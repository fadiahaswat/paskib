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06604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8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27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62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0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16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9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94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6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65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9333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72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389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5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19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167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23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0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Etika Wawancara Paskibraka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Panduan sikap, komunikasi, dan mental saat seleksi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Etika Memasuki Ruangan (First Impression)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Penilaian dimulai sejak menyentuh gagang pintu</a:t>
            </a:r>
          </a:p>
          <a:p>
            <a:r>
              <a:t>- Ketuk pintu 3 kali tegas, tunggu izin masuk</a:t>
            </a:r>
          </a:p>
          <a:p>
            <a:r>
              <a:t>- Buka pintu secukupnya, tutup tenang tanpa membelakangi juri</a:t>
            </a:r>
          </a:p>
          <a:p>
            <a:r>
              <a:t>- Langkah tegap ala PBB menuju meja juri (1,5–2 m jarak)</a:t>
            </a:r>
          </a:p>
          <a:p>
            <a:r>
              <a:t>- Laporan masuk:</a:t>
            </a:r>
          </a:p>
          <a:p>
            <a:r>
              <a:t>  “Siap! Peserta nomor urut [Nomor], nama [Nama Lengkap], siap mengikuti wawancara!”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Aturan Postur &amp; Sikap Duduk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Jangan duduk sebelum dipersilakan</a:t>
            </a:r>
          </a:p>
          <a:p>
            <a:r>
              <a:t>- Duduk di 1/3 kursi, tanpa bersandar</a:t>
            </a:r>
          </a:p>
          <a:p>
            <a:r>
              <a:t>- Postur tegak, bahu ke belakang, dada busung</a:t>
            </a:r>
          </a:p>
          <a:p>
            <a:r>
              <a:t>- Putra: kaki selebar bahu, tangan mengepal di paha</a:t>
            </a:r>
          </a:p>
          <a:p>
            <a:r>
              <a:t>- Putri: kaki rapat, tangan kanan di atas tangan kiri di paha</a:t>
            </a:r>
          </a:p>
          <a:p>
            <a:r>
              <a:t>- Dilarang bergerak, tubuh statis bak patung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Teknik Komunikasi dan Vokal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Awali dan akhiri ucapan dengan kata “Siap”</a:t>
            </a:r>
          </a:p>
          <a:p>
            <a:r>
              <a:t>- Contoh: “Siap, izin menjawab… [jawaban]… Siap, terima kasih.”</a:t>
            </a:r>
          </a:p>
          <a:p>
            <a:r>
              <a:t>- Tatap bola mata juri, sapukan pandangan saat menjelaskan panjang</a:t>
            </a:r>
          </a:p>
          <a:p>
            <a:r>
              <a:t>- Suara lantang, artikulasi jelas (A-I-U-E-O)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Manajemen Mental &amp; Taktik Menjawab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Stress Interview: juri membentak/menekan untuk uji mental</a:t>
            </a:r>
          </a:p>
          <a:p>
            <a:r>
              <a:t>- Aturan jeda 3 detik sebelum menjawab</a:t>
            </a:r>
          </a:p>
          <a:p>
            <a:r>
              <a:t>- Jangan mengarang jawaban, akui dengan ksatria jika tidak tahu</a:t>
            </a:r>
          </a:p>
          <a:p>
            <a:r>
              <a:t>- Merespons bentakan:</a:t>
            </a:r>
          </a:p>
          <a:p>
            <a:r>
              <a:t>  “Siap, salah! Siap, siap dievaluasi!”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Etika Keluar Ruangan (Last Impression)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Berdiri tegak, laporan selesai:</a:t>
            </a:r>
          </a:p>
          <a:p>
            <a:r>
              <a:t>  “Siap! Wawancara telah selesai dilaksanakan. Laporan selesai. Terima kasih!”</a:t>
            </a:r>
          </a:p>
          <a:p>
            <a:r>
              <a:t>- Penghormatan sesuai instruksi daerah</a:t>
            </a:r>
          </a:p>
          <a:p>
            <a:r>
              <a:t>- Balik kanan ala PBB, langkah tegap keluar</a:t>
            </a:r>
          </a:p>
          <a:p>
            <a:r>
              <a:t>- Tutup pintu perlahan, beri anggukan hormat terakhir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Grooming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Seragam putih-abu disetrika licin tanpa lipatan</a:t>
            </a:r>
          </a:p>
          <a:p>
            <a:r>
              <a:t>- Sepatu pantofel disemir mengkilap</a:t>
            </a:r>
          </a:p>
          <a:p>
            <a:r>
              <a:t>- Rambut standar Paskibraka (rapi, tipis samping untuk putra)</a:t>
            </a:r>
          </a:p>
          <a:p>
            <a:r>
              <a:t>- Aroma tubuh wangi bersih, gunakan deodoran ringan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Wawancara Paskibraka menilai etika, postur, komunikasi, mental, dan grooming</a:t>
            </a:r>
          </a:p>
          <a:p>
            <a:r>
              <a:t>- Persiapkan diri secara fisik, mental, dan wawasan kebangsaan</a:t>
            </a:r>
          </a:p>
          <a:p>
            <a:r>
              <a:t>- Jadilah generasi muda yang siap menjaga keutuhan NKRI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188</TotalTime>
  <Words>365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Impact</vt:lpstr>
      <vt:lpstr>Main Event</vt:lpstr>
      <vt:lpstr>Etika Wawancara Paskibraka</vt:lpstr>
      <vt:lpstr>Etika Memasuki Ruangan (First Impression)</vt:lpstr>
      <vt:lpstr>Aturan Postur &amp; Sikap Duduk</vt:lpstr>
      <vt:lpstr>Teknik Komunikasi dan Vokal</vt:lpstr>
      <vt:lpstr>Manajemen Mental &amp; Taktik Menjawab</vt:lpstr>
      <vt:lpstr>Etika Keluar Ruangan (Last Impression)</vt:lpstr>
      <vt:lpstr>Tips Grooming</vt:lpstr>
      <vt:lpstr>Penutup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lazismu mu'allimin</cp:lastModifiedBy>
  <cp:revision>2</cp:revision>
  <dcterms:created xsi:type="dcterms:W3CDTF">2013-01-27T09:14:16Z</dcterms:created>
  <dcterms:modified xsi:type="dcterms:W3CDTF">2026-04-18T15:34:37Z</dcterms:modified>
  <cp:category/>
</cp:coreProperties>
</file>