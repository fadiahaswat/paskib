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92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69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76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37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386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670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835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72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18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84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13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Paskibraka Interview 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All POS Sections: Bakesbangpol, Dinas Kebudayaan, Dinas Sosial, Psikologi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Pos ini akan "menguliti" seberapa kuat ideologi, wawasan kebangsaan, dan pemahaman politik/kenegaraanmu. Jawab dengan tegas dan patriotik.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Lanjutkan alinea pertama Pembukaan UUD 1945 tanpa jeda!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makna filosofis dari Sila ke-3 (Persatuan Indonesia) di tengah tahun politik yang sering memecah belah masyarakat?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Sebutkan urutan hierarki peraturan perundang-undangan di Indonesia menurut UU yang berlaku!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yang kamu ketahui tentang Bakesbangpol dan mengapa instansi ini memegang seleksi Paskibraka?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pandanganmu tentang ancaman radikalisme dan ekstremisme di kalangan pelajar?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Sebutkan 3 contoh ancaman non-militer (seperti ideologi, ekonomi, sosial budaya) terhadap ketahanan nasional saat ini!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kamu melihat temanmu menyebarkan berita hoaks tentang pemerintah di grup WhatsApp kelas, apa tindakan konkretmu?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makna dari semboyan Bhinneka Tunggal Ika secara etimologis (asal kata) dan historis?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Siapa sajakah tokoh perumus dasar negara yang tergabung dalam Panitia Sembilan?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Jelaskan perbedaan bentuk negara kesatuan dan negara serikat! Mengapa pendiri bangsa memilih negara kesatuan?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Sebagai pemuda, bagaimana caramu mempertahankan keutuhan NKRI di era gempuran digitalisasi asing?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Coba nyanyikan lagu Garuda Pancasila dengan tempo, ketukan, dan sikap sempurna yang benar!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caramu mengamalkan Sila ke-5 Pancasila secara nyata di lingkungan sekolahmu?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Sebutkan hak dan kewajiban warga negara yang diatur dalam Pasal 27 ayat 1 dan 2 UUD 1945!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pendapatmu mengenai pemilih pemula (pelajar) yang apatis (golput) terhadap pemilihan umum?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Ceritakan secara kronologis namun singkat peristiwa Rengasdengklok!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makna dari warna merah dan putih pada bendera kita, ditinjau dari sisi historis kerajaan Nusantara masa lalu?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Siapa sajakah tiga tokoh pengibar bendera pusaka saat Proklamasi Kemerdekaan 17 Agustus 1945?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yang dimaksud dengan Wawasan Nusantara?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yang kamu ketahui tentang konsep Bela Negara? Apakah mengikuti Paskibraka termasuk wujud Bela Negara?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sikapmu jika ada budaya atau ideologi asing masuk dan populer di kalangan temanmu, tapi jelas bertentangan dengan nilai Pancasila?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Jelaskan peran nyata pemuda dalam Sumpah Pemuda 1928 dan apa relevansinya untuk pemuda Gen Z saat ini!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Berapa rasio ukuran standar Bendera Negara, dan berapa ukuran bendera untuk lapangan Istana Kepresidenan/Kepala Daerah?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Coba sebutkan teks Pancasila dalam bahasa Inggris!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BAKESBANGPOL (Badan Kesatuan Bangsa dan Politik)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Menurutmu, apa fungsi utama konstitusi dalam sebuah negara merdeka?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Pos ini menguji pemahamanmu tentang identitas lokal. Peserta yang tidak tahu akar budayanya biasanya akan mendapat nilai minus.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definisi kebudayaan dan kearifan lokal menurut pemahamanmu?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Sebutkan 3 tarian tradisional asli dari DIY beserta makna atau fungsi tari tersebut!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makna filosofis dari Sumbu Filosofi Yogyakarta (Panggung Krapyak - Keraton - Tugu Pal Putih) yang kini diakui UNESCO?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kamu diminta menampilkan bakat seni di tingkat nasional saat karantina, apa yang akan kamu bawakan? (Bersiaplah diminta praktik langsung).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pandanganmu tentang tren anak muda zaman sekarang yang lebih bangga dengan budaya K-Pop atau Western dibanding budaya lokal?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Ceritakan secara singkat peran Sri Sultan Hamengkubuwono IX dalam mempertahankan kemerdekaan RI!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nama pakaian adat resmi dari Yogyakarta (gagrag Ngayogyakarta) untuk pria dan wanita?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Sebutkan dan jelaskan nilai-nilai dasar kepemimpinan Jawa "Hasta Brata" yang kamu ketahui!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caramu melestarikan Bahasa Jawa di tengah teman-temanmu yang lebih suka memakai bahasa gaul/Jakarta?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Coba praktikkan perkenalan dirimu saat ini menggunakan Bahasa Jawa Krama Inggil!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bedanya budaya, adat istiadat, dan tradisi? Berikan contohnya!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Menurutmu, apakah kebudayaan tradisional keraton bisa diinovasikan menjadi lebih pop/modern tanpa menghilangkan kesakralannya?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Ceritakan satu legenda atau cerita rakyat yang paling terkenal dari wilayahmu dan sebutkan pesan moralnya!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yang kamu ketahui tentang peristiwa sejarah Serangan Umum 1 Maret 1949 di Yogyakarta?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kamu lolos menjadi perwakilan Paskibraka di tingkat Nasional, bagaimana strategi lisanmu mempromosikan pariwisata Yogyakarta ke teman provinsi lain?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Sebutkan nama senjata tradisional dan instrumen alat musik tradisional khas DIY!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sikap tata krama (unggah-ungguh) atau bahasa tubuh yang benar saat kamu lewat di depan orang yang lebih tua?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pendapatmu jika ada karya budaya dari Indonesia diklaim oleh negara tetangga? Apa salah kita?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Pernahkah kamu berpartisipasi langsung dalam acara pelestarian budaya (misal: merti dusun, jatilan, membatik)? Ceritakan!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Jelaskan apa yang dimaksud dengan falsafah Jawa "Hamemayu Hayuning Bawana"!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Sebutkan nama-nama bulan dalam penanggalan kalender Jawa!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Makanan tradisional apa yang paling mencerminkan filosofi kesederhanaan masyarakat daerah kita?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arti semboyan "Golong Gilig" bagi masyarakat Yogyakarta?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Apakah kamu bisa membatik? Sebutkan 3 motif batik gaya Yogyakarta dan maknanya!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DINAS KEBUDAYAAN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Menurutmu, mengapa Dinas Kebudayaan harus ikut menyeleksi Paskibraka? Apa hubungannya baris-berbaris dengan budaya?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Pos ini akan mengukur rasa empati, kepedulian terhadap lingkungan sekitar, respons terhadap masalah sosial, dan semangat kerelawananmu.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Menurutmu, apa masalah sosial terbesar yang sedang dihadapi remaja di wilayah kita saat ini?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pandangan jujurmu tentang fenomena bullying (perundungan) yang sering terjadi di sekolah?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ada teman satu regu di Paskibraka yang dikucilkan karena latar belakang ekonominya yang kurang mampu, apa tindakan nyatamu?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yang akan kamu lakukan jika melihat lansia atau penyandang disabilitas kesulitan menyeberang jalan saat kamu sedang buru-buru berangkat seleksi?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Di wilayah DIY sering terjadi fenomena kejahatan jalanan remaja (klitih). Menurutmu, apa akar masalahnya dan bagaimana solusi konkret dari sisi pelajar?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caramu membentengi diri dari godaan narkoba dan pergaulan bebas di lingkungan pertemananmu?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kamu terpilih menjadi ketua angkatan Paskibraka, program bakti sosial seperti apa yang realistis untuk kalian jalankan?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yang kamu ketahui tentang stunting (tengkes), dan adakah peran pemuda untuk membantu menekan angkanya?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Pernahkah kamu menjadi relawan tanpa dibayar? Ceritakan pengalaman sosialmu!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sikapmu jika saat karantina (Desa Bahagia), kamu diplot satu kamar dengan peserta yang sakit secara fisik (bukan menular tapi butuh bantuan) dan sangat merepotkanmu?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caramu menunjukkan empati yang tepat kepada teman yang menangis histeris karena gagal lolos seleksi hari ini?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Menurutmu, apakah media sosial lebih banyak menyatukan masyarakat atau justru menciptakan kesenjangan sosial yang baru?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sikap etismu ketika menghadapi anak jalanan yang meminta uang secara memaksa saat kamu sedang makan di pinggir jalan?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arti "Kesetiakawanan Sosial" menurut pemahamanmu sendiri?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Gunung Merapi meletus dan banyak pengungsi, bantuan tenaga (bukan uang) seperti apa yang bisa diberikan oleh seorang anggota Paskibraka?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kamu menyikapi teman satu regu yang sering menyendiri karena terindikasi mengalami masalah kesehatan mental/depresi?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pandanganmu tentang kesetaraan gender dalam Paskibraka? (Misal: perlukah wanita dipaksa latihan sekeras pria, atau perlukah pria ikut membersihkan asrama?)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Menurutmu, mengapa masih ada anak usia sekolah yang putus sekolah untuk bekerja?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kamu kelak mendapatkan uang pembinaan Paskibraka, untuk apa uang itu akan kamu alokasikan?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cara menjaga etika sosial dan tidak bersikap sombong/eksklusif setelah kamu sah menjadi Paskibraka dan kembali ke sekolah?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tanggapanmu tentang maraknya judi online atau pinjaman online ilegal yang kini mulai menyasar pelajar?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caramu menumbuhkan dan mempraktikkan toleransi beragama saat karantina, di mana jadwal ibadah sangat padat berbenturan dengan latihan?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Pernahkah kamu menjadi mediator (penengah) saat ada dua temanmu yang berselisih paham? Bagaimana caramu mendamaikan mereka?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menurutmu peran keluarga dalam mencegah disfungsi sosial pada remaja?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DINAS SOSIAL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definisi "Pahlawan Sosial" di era modern saat ini? Berikan satu contoh profesinya!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Pos paling menegangkan (sering menjadi stress interview). Juri akan mencoba memancing emosi, menguji integritas, kejujuran, gaya kepemimpinan, dan mental bajamu di bawah tekanan.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Gambarkan dirimu dalam 3 kata (tidak boleh lebih)! Mengapa kamu memilih kata-kata tersebut?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Sebutkan 3 kelebihan dan 3 kelemahan terbesar dalam dirimu! (Selalu berikan solusi untuk kelemahanmu).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Ceritakan kegagalan paling pahit atau titik terendah yang pernah kamu alami dalam hidup, dan bagaimana caramu bangkit!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ketakutan atau trauma psikologis terbesarmu? Apakah itu mengganggu aktivitas fisikmu?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(Dilema Moral): Pilih mana, menjadi petugas pengerek bendera (peran utama) tapi regumu saling egois dan tidak harmonis, atau menjadi pasukan cadangan (pasukan 45) tapi regumu sangat kompak layaknya keluarga? Mengapa?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caramu mengendalikan amarah ketika dikritik habis-habisan dengan kata-kata kasar oleh pelatih di depan seluruh peserta?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Ceritakan satu pengalaman nyata saat kamu harus mengambil keputusan yang sangat sulit dan cepat!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(Integritas): Jika kamu memergoki sahabat terdekatmu di karantina diam-diam melanggar aturan (misalnya memegang HP secara diam-diam), apakah kamu akan melaporkannya kepada pelatih?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Jujur kepada kami, apa motivasi aslimu ikut Paskibraka? Ambisi pribadi, kebanggaan, gengsi, atau murni dorongan orang tua?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Latihan Paskibraka itu membosankan dan menyiksa fisik berbulan-bulan. Bagaimana manajemen stresmu menghadapi rasa jenuh itu?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Siapa orang yang paling tidak kamu sukai di dunia ini, dan alasannya apa? (Ini untuk mengecek apakah kamu pendendam).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sore ini kami umumkan kamu TIDAK LOLOS, apa hal pertama yang akan kamu lakukan saat keluar dari ruangan ini?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Menurutmu, apa perbedaan mendasar antara seorang pemimpin (leader) dan seorang penguasa (boss)?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Bagaimana reaksi emosional dan fisikmu jika saat karantina kamu dibangunkan jam 2 pagi, dihukum secara fisik, padahal kamu baru tidur 2 jam?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 kebiasaan terburuk di rumahmu yang belum bisa kamu ubah sampai detik ini?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(Stress Test): "Dari tadi saya perhatikan jawabanmu biasa-biasa saja dan posturmu kurang meyakinkan. Kenapa kamu merasa layak lolos ke tingkat provinsi?"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Ceritakan satu momen di mana kamu merasa sangat insecure (tidak percaya diri) melihat sainganmu yang lebih hebat, dan bagaimana kamu mengubah mindset tersebut!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kamu ditunjuk menjadi Komandan Peleton (Danton), tapi sebagian besar anggota pasukanmu meremehkan kemampuanmu, apa langkah pertamamu?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Skala 1-10, seberapa tahan kamu terhadap tekanan bentakan? Buktikan dengan contoh situasi nyata yang pernah kamu alami!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besok adalah gladi bersih Paskibraka tingkat daerah, namun di waktu yang sama ibumu masuk rumah sakit dan kamu harus menjaganya. Mana yang akan kamu pilih?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Kamu sedang sakit kepala hebat dan demam, tapi jadwal hari ini adalah lari keliling lapangan 10 kali putaran untuk penilaian. Apa keputusan yang kamu ambil?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Apakah kamu tipe orang yang bekerja berdasarkan rencana (well-planned) atau suka spontanitas yang fleksibel?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Jika ada pelatih yang terang-terangan pilih kasih terhadap peserta tertentu yang berpenampilan menarik, bagaimana kamu mengolah rasa kecewamu?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Bagi sebagian anak, kedisiplinan itu mengekang kebebasan. Apa makna kedisiplinan murni bagi sisi psikologismu?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4: PSIKOLOGI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Kamu punya waktu 30 detik. Tatap mata saya dan yakinkan saya mengapa panitia harus memilihmu dibandingkan ratusan peserta hebat lainnya di luar ruangan ini! Mulai!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167</TotalTime>
  <Words>2410</Words>
  <Application>Microsoft Office PowerPoint</Application>
  <PresentationFormat>On-screen Show (4:3)</PresentationFormat>
  <Paragraphs>210</Paragraphs>
  <Slides>105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09" baseType="lpstr">
      <vt:lpstr>Rockwell</vt:lpstr>
      <vt:lpstr>Rockwell Condensed</vt:lpstr>
      <vt:lpstr>Wingdings</vt:lpstr>
      <vt:lpstr>Wood Type</vt:lpstr>
      <vt:lpstr>Paskibraka Interview Questions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1: BAKESBANGPOL (Badan Kesatuan Bangsa dan Politik)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2: DINAS KEBUDAYAAN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3: DINAS SOSIAL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  <vt:lpstr>4: PSIKOLOGI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lazismu mu'allimin</cp:lastModifiedBy>
  <cp:revision>2</cp:revision>
  <dcterms:created xsi:type="dcterms:W3CDTF">2013-01-27T09:14:16Z</dcterms:created>
  <dcterms:modified xsi:type="dcterms:W3CDTF">2026-04-18T15:34:32Z</dcterms:modified>
  <cp:category/>
</cp:coreProperties>
</file>